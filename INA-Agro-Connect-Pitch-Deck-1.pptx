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D9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 INA AGRO CONNECT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Ethiopian Agriculture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Global Markets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D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Agricultural Marketplace  ·  Seed Round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B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  →  East Africa  →  Africa  →  Global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agricultural trade holds Ethiopia back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trusted marketplace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struggle to find verified Ethiopian suppliers.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pricing &amp; quality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market intelligence and weak verification create risk.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logistics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goods from farm to port remains poorly coordinated.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exclusion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producers still operate offline through middlemen.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2/13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— trusted B2B agricultural marketplace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Identities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Business, product &amp; quality verification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&amp; Negotiation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quotes, messaging &amp; deal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&amp;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965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→ Order → Payment → Shipment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transport coordination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Prices, demand signals &amp; 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web + Android/iOS apps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3/13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 is a global agricultural powerhouse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A7A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exporter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Africa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A7A4C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9748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Sesame producer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A7A4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population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A7A4C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$Bn+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951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Agri-export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 Ethiopia → expand to East Africa → continent → key export markets (Middle East, Europe, Asia).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Coffee, Sesame, Moringa, Spices, Pulses, Honey, Rosemary, Teff &amp; more.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4/13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marketplace already designed &amp; prototyped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Web Marketplace + Seller &amp; Buyer Dashboards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Mobile App (Android + iOS)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RFQ system with negotiation &amp; messaging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Verification badges (Business, Product, Quality)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Order management &amp; shipment tracking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Admin control center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Multi-language ready (EN, Amharic, Afaan Oromoo)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WhatsApp integration path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8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ready: Full static website + Next.js production starter + Expo &amp; Flutter mobile starters are built.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5/13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(ETB)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subscription + service revenue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ETB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listings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messaging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&amp; RFQ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A7A4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D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1,999 ETB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listings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RFQs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4,999 ETB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placement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credit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Add-ons: Featured Listing 800–2,000 ETB  ·  Business Verification 1,000–2,500 ETB  ·  Product Verification 500–1,500 ETB  ·  Market Report 3,000–8,000 ETB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Transaction commission 1.5%–3% on completed orders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plans: ~17% discount (Pro 19,999 ETB · Premium 49,999 ETB)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6/13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aligned revenue streams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143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+ Pro + Premium supplier plans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645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promotion of products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Fees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product verification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Commission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1.5–3% on completed orders (Phase 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Referral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154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from transport partners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657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professional reports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7/13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expansion from Ethiopia outward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1A7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D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 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RFQ + messaging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0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cooperatives &amp; exporters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0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Coffee, sesame, moringa, spices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payments,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partners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international buyers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 live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Africa expansion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&amp; AI matching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8/13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foundation is already in place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Website Prototype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pages including Pricing, Dashboards, RFQ, Admin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Production Starter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+ Tailwind ready for backend integration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Starters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(React Native) + Flutter with full tab navigation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Roadmap &amp; Pricing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MVP → Commerce → Scale with defined ETB pricing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9/13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to launch and scale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1A7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D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Engineering &amp; product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 onboarding &amp; verification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&amp; partnerships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research &amp; 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 &amp; compliance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capital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GOALS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marketplace in Ethiopia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1,000+ verified suppliers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 international buyers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RFQ → Order pipeline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apps in production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unit economics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 ·  10/13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9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Ethiopian farms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global markets.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D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 becomes the trusted digital infrastructure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D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African agricultural trade.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CONNECT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 Agro Connect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Agriculture to Opportunity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 ·  Mobile  ·  B2B Marketplace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 → Africa → Global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 the future of agricultural trade.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INA Agro Connect — Investor Pitch Deck</dc:title>
  <dc:subject>PptxGenJS Presentation</dc:subject>
  <dc:creator>INA Agro Connect</dc:creator>
  <cp:lastModifiedBy>INA Agro Connect</cp:lastModifiedBy>
  <cp:revision>1</cp:revision>
  <dcterms:created xsi:type="dcterms:W3CDTF">2026-09-06T01:23:37Z</dcterms:created>
  <dcterms:modified xsi:type="dcterms:W3CDTF">2026-09-06T01:23:37Z</dcterms:modified>
</cp:coreProperties>
</file>